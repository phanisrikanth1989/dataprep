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DataPrep ETL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Talend to Python Migration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CONVERTER</a:t>
            </a:r>
          </a:p>
          <a:p>
            <a:r>
              <a:t>(Talend XML to JSON)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ENGINE</a:t>
            </a:r>
          </a:p>
          <a:p>
            <a:r>
              <a:t>(Execute JSON Config)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205740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Parity Goal: Identical results to Talend for same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Tech Stack: Python 3.12+ | Java 11+ Bridge (Py4J + Arrow) | pandas | 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Converter Pipeline (12 Steps)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737360" cy="9144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Parse XML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10312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377440" y="1645920"/>
            <a:ext cx="1737360" cy="9144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Convert</a:t>
            </a:r>
          </a:p>
          <a:p>
            <a:r>
              <a:t>Components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10312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645920"/>
            <a:ext cx="1737360" cy="9144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Parse Flows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10312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20" y="1645920"/>
            <a:ext cx="1737360" cy="9144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Detect Subjobs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73736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Map</a:t>
            </a:r>
          </a:p>
          <a:p>
            <a:r>
              <a:t>Triggers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338328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77440" y="2926080"/>
            <a:ext cx="173736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Convert</a:t>
            </a:r>
          </a:p>
          <a:p>
            <a:r>
              <a:t>Expressions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338328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297680" y="2926080"/>
            <a:ext cx="173736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Validate</a:t>
            </a:r>
          </a:p>
          <a:p>
            <a:r>
              <a:t>References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38328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17920" y="2926080"/>
            <a:ext cx="173736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 Validate</a:t>
            </a:r>
          </a:p>
          <a:p>
            <a:r>
              <a:t>tMap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737360" cy="9144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9. Validate</a:t>
            </a:r>
          </a:p>
          <a:p>
            <a:r>
              <a:t>Expressions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466344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377440" y="4206240"/>
            <a:ext cx="1737360" cy="9144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10. Check</a:t>
            </a:r>
          </a:p>
          <a:p>
            <a:r>
              <a:t>Quality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466344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297680" y="4206240"/>
            <a:ext cx="1737360" cy="9144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11. Final</a:t>
            </a:r>
          </a:p>
          <a:p>
            <a:r>
              <a:t>Validation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4663440"/>
            <a:ext cx="18288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17920" y="4206240"/>
            <a:ext cx="1737360" cy="9144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12. Assemble</a:t>
            </a:r>
          </a:p>
          <a:p>
            <a:r>
              <a:t>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Data Flow Through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286000" cy="731520"/>
          </a:xfrm>
          <a:prstGeom prst="rect">
            <a:avLst/>
          </a:prstGeom>
          <a:solidFill>
            <a:srgbClr val="9E9E9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Talend</a:t>
            </a:r>
          </a:p>
          <a:p>
            <a:r>
              <a:t>.item XML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173736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0" y="1371600"/>
            <a:ext cx="2286000" cy="73152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XML Parser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73736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Converters</a:t>
            </a:r>
          </a:p>
          <a:p>
            <a:r>
              <a:t>(Registry)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2860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Expr. Convert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92608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0" y="2560320"/>
            <a:ext cx="22860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Trigger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92608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840480"/>
            <a:ext cx="3657600" cy="9144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JSON Job Config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475488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86000" y="5212080"/>
            <a:ext cx="4572000" cy="731520"/>
          </a:xfrm>
          <a:prstGeom prst="rect">
            <a:avLst/>
          </a:prstGeom>
          <a:solidFill>
            <a:srgbClr val="4CAF5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ETLEngine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Two-Layer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840480" cy="50292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CONVERTER LAYER</a:t>
            </a:r>
          </a:p>
          <a:p>
            <a:r>
              <a:t>(talend_to_v1/)</a:t>
            </a:r>
          </a:p>
          <a:p>
            <a:endParaRPr/>
          </a:p>
          <a:p>
            <a:r>
              <a:t>XML Parser</a:t>
            </a:r>
          </a:p>
          <a:p>
            <a:r>
              <a:t>Component Converters (80+)</a:t>
            </a:r>
          </a:p>
          <a:p>
            <a:r>
              <a:t>Registry Pattern</a:t>
            </a:r>
          </a:p>
          <a:p>
            <a:r>
              <a:t>Expression Converter</a:t>
            </a:r>
          </a:p>
          <a:p>
            <a:r>
              <a:t>Trigger Mapper</a:t>
            </a:r>
          </a:p>
          <a:p>
            <a:r>
              <a:t>Validator</a:t>
            </a:r>
          </a:p>
          <a:p>
            <a:endParaRPr/>
          </a:p>
          <a:p>
            <a:r>
              <a:t>JSON Config Output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3657600"/>
            <a:ext cx="914400" cy="0"/>
          </a:xfrm>
          <a:prstGeom prst="line">
            <a:avLst/>
          </a:prstGeom>
          <a:ln w="38100">
            <a:solidFill>
              <a:srgbClr val="FF5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0" y="1371600"/>
            <a:ext cx="3840480" cy="50292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ENGINE LAYER</a:t>
            </a:r>
          </a:p>
          <a:p>
            <a:r>
              <a:t>(v1/engine/)</a:t>
            </a:r>
          </a:p>
          <a:p>
            <a:endParaRPr/>
          </a:p>
          <a:p>
            <a:r>
              <a:t>ETLEngine Orchestrator</a:t>
            </a:r>
          </a:p>
          <a:p>
            <a:r>
              <a:t>Component Registry</a:t>
            </a:r>
          </a:p>
          <a:p>
            <a:r>
              <a:t>Engine Components (50+)</a:t>
            </a:r>
          </a:p>
          <a:p>
            <a:r>
              <a:t>BaseComponent ABC</a:t>
            </a:r>
          </a:p>
          <a:p>
            <a:r>
              <a:t>Data Flow Execution</a:t>
            </a:r>
          </a:p>
          <a:p>
            <a:endParaRPr/>
          </a:p>
          <a:p>
            <a:r>
              <a:t>DataFrame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Component Registry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CONVERTER</a:t>
            </a:r>
          </a:p>
          <a:p>
            <a:endParaRPr/>
          </a:p>
          <a:p>
            <a:r>
              <a:t>@REGISTRY.register()</a:t>
            </a:r>
          </a:p>
          <a:p>
            <a:r>
              <a:t>decorator</a:t>
            </a:r>
          </a:p>
          <a:p>
            <a:endParaRPr/>
          </a:p>
          <a:p>
            <a:r>
              <a:t>Lookup:</a:t>
            </a:r>
          </a:p>
          <a:p>
            <a:r>
              <a:t>REGISTRY.get()</a:t>
            </a:r>
          </a:p>
          <a:p>
            <a:endParaRPr/>
          </a:p>
          <a:p>
            <a:r>
              <a:t>ABC:</a:t>
            </a:r>
          </a:p>
          <a:p>
            <a:r>
              <a:t>ComponentConverter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463040"/>
            <a:ext cx="3931920" cy="164592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ENGINE</a:t>
            </a:r>
          </a:p>
          <a:p>
            <a:endParaRPr/>
          </a:p>
          <a:p>
            <a:r>
              <a:t>Manual dict</a:t>
            </a:r>
          </a:p>
          <a:p>
            <a:r>
              <a:t>registration</a:t>
            </a:r>
          </a:p>
          <a:p>
            <a:endParaRPr/>
          </a:p>
          <a:p>
            <a:r>
              <a:t>Lookup:</a:t>
            </a:r>
          </a:p>
          <a:p>
            <a:r>
              <a:t>COMPONENT_REGISTRY.get()</a:t>
            </a:r>
          </a:p>
          <a:p>
            <a:endParaRPr/>
          </a:p>
          <a:p>
            <a:r>
              <a:t>ABC:</a:t>
            </a:r>
          </a:p>
          <a:p>
            <a:r>
              <a:t>BaseComponent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FFC107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Both support camelCase (FileInputDelimited) AND Talend names (tFileInputDelimited)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8229600" cy="164592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 Registry Pattern?</a:t>
            </a:r>
          </a:p>
          <a:p>
            <a:r>
              <a:t>✓ Automatic component discovery  ✓ Flexible lookup by name</a:t>
            </a:r>
          </a:p>
          <a:p>
            <a:r>
              <a:t>✓ Easy to add new components  ✓ Consistent discipline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BaseComponent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0" cy="64008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execute()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201168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2286000"/>
            <a:ext cx="2011680" cy="109728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1. Resolve</a:t>
            </a:r>
          </a:p>
          <a:p>
            <a:r>
              <a:t>{{java}}</a:t>
            </a:r>
          </a:p>
          <a:p>
            <a:r>
              <a:t>expressions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338328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3657600"/>
            <a:ext cx="2011680" cy="109728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2. Resolve</a:t>
            </a:r>
          </a:p>
          <a:p>
            <a:r>
              <a:t>${context.var}</a:t>
            </a:r>
          </a:p>
          <a:p>
            <a:r>
              <a:t>variables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475488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5029200"/>
            <a:ext cx="201168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3. Auto-select</a:t>
            </a:r>
          </a:p>
          <a:p>
            <a:r>
              <a:t>Execution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286000"/>
            <a:ext cx="1645920" cy="109728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4. Call</a:t>
            </a:r>
          </a:p>
          <a:p>
            <a:r>
              <a:t>_process()</a:t>
            </a:r>
          </a:p>
          <a:p>
            <a:r>
              <a:t>(abstract)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38328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17520" y="3657600"/>
            <a:ext cx="1645920" cy="109728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5. Return</a:t>
            </a:r>
          </a:p>
          <a:p>
            <a:r>
              <a:t>{main, reject,</a:t>
            </a:r>
          </a:p>
          <a:p>
            <a:r>
              <a:t>stats}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4754880"/>
            <a:ext cx="0" cy="18288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17520" y="5029200"/>
            <a:ext cx="1645920" cy="9144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6. Update</a:t>
            </a:r>
          </a:p>
          <a:p>
            <a:r>
              <a:t>GlobalMap</a:t>
            </a:r>
          </a:p>
          <a:p>
            <a:r>
              <a:t>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3657600" cy="530352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Three Execution Modes</a:t>
            </a:r>
          </a:p>
          <a:p>
            <a:endParaRPr/>
          </a:p>
          <a:p>
            <a:r>
              <a:t>• BATCH: Entire</a:t>
            </a:r>
          </a:p>
          <a:p>
            <a:r>
              <a:t>DataFrame at once</a:t>
            </a:r>
          </a:p>
          <a:p>
            <a:endParaRPr/>
          </a:p>
          <a:p>
            <a:r>
              <a:t>• STREAMING: Row-by-row</a:t>
            </a:r>
          </a:p>
          <a:p>
            <a:r>
              <a:t>(memory efficient)</a:t>
            </a:r>
          </a:p>
          <a:p>
            <a:endParaRPr/>
          </a:p>
          <a:p>
            <a:r>
              <a:t>• HYBRID: Batch +</a:t>
            </a:r>
          </a:p>
          <a:p>
            <a:r>
              <a:t>iterator support</a:t>
            </a:r>
          </a:p>
          <a:p>
            <a:endParaRPr/>
          </a:p>
          <a:p>
            <a:r>
              <a:t>Key Methods:</a:t>
            </a:r>
          </a:p>
          <a:p>
            <a:r>
              <a:t>_update_global_map()</a:t>
            </a:r>
          </a:p>
          <a:p>
            <a:r>
              <a:t>_update_stats()</a:t>
            </a:r>
          </a:p>
          <a:p>
            <a:r>
              <a:t>validate_schema()</a:t>
            </a:r>
          </a:p>
          <a:p>
            <a:r>
              <a:t>_process() [abstract]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Java Bridge Architecture (Py4J + Arrow)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560320" cy="13716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PYTHON</a:t>
            </a:r>
          </a:p>
          <a:p>
            <a:r>
              <a:t>Engine</a:t>
            </a:r>
          </a:p>
          <a:p>
            <a:endParaRPr/>
          </a:p>
          <a:p>
            <a:r>
              <a:t>JavaBridgeManager</a:t>
            </a:r>
          </a:p>
          <a:p>
            <a:r>
              <a:t>Bridge.py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2057400"/>
            <a:ext cx="365760" cy="0"/>
          </a:xfrm>
          <a:prstGeom prst="line">
            <a:avLst/>
          </a:prstGeom>
          <a:ln w="38100">
            <a:solidFill>
              <a:srgbClr val="FF5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JAVA (JVM)</a:t>
            </a:r>
          </a:p>
          <a:p>
            <a:r>
              <a:t>Bridge Server</a:t>
            </a:r>
          </a:p>
          <a:p>
            <a:endParaRPr/>
          </a:p>
          <a:p>
            <a:r>
              <a:t>JavaBridge.java</a:t>
            </a:r>
          </a:p>
          <a:p>
            <a:r>
              <a:t>RowWrapper.java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017520"/>
            <a:ext cx="8595360" cy="73152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Transport: Py4J (RPC) + Apache Arrow (binary row 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4114800" cy="22860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Python to Java</a:t>
            </a:r>
          </a:p>
          <a:p>
            <a:endParaRPr/>
          </a:p>
          <a:p>
            <a:r>
              <a:t>1. Sync context +</a:t>
            </a:r>
          </a:p>
          <a:p>
            <a:r>
              <a:t>   globalMap</a:t>
            </a:r>
          </a:p>
          <a:p>
            <a:endParaRPr/>
          </a:p>
          <a:p>
            <a:r>
              <a:t>2. Batch {{java}}</a:t>
            </a:r>
          </a:p>
          <a:p>
            <a:r>
              <a:t>   expressions</a:t>
            </a:r>
          </a:p>
          <a:p>
            <a:endParaRPr/>
          </a:p>
          <a:p>
            <a:r>
              <a:t>3. Send via Arrow</a:t>
            </a:r>
          </a:p>
          <a:p>
            <a:endParaRPr/>
          </a:p>
          <a:p>
            <a:r>
              <a:t>4. Execute Groovy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931920"/>
            <a:ext cx="4114800" cy="22860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Java to Python</a:t>
            </a:r>
          </a:p>
          <a:p>
            <a:endParaRPr/>
          </a:p>
          <a:p>
            <a:r>
              <a:t>1. Execute tMap</a:t>
            </a:r>
          </a:p>
          <a:p>
            <a:r>
              <a:t>   transformations</a:t>
            </a:r>
          </a:p>
          <a:p>
            <a:endParaRPr/>
          </a:p>
          <a:p>
            <a:r>
              <a:t>2. Serialize via</a:t>
            </a:r>
          </a:p>
          <a:p>
            <a:r>
              <a:t>   Apache Arrow</a:t>
            </a:r>
          </a:p>
          <a:p>
            <a:endParaRPr/>
          </a:p>
          <a:p>
            <a:r>
              <a:t>3. Return results</a:t>
            </a:r>
          </a:p>
          <a:p>
            <a:endParaRPr/>
          </a:p>
          <a:p>
            <a:r>
              <a:t>4. Sync back 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Global State &amp; Context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0312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rPr dirty="0" err="1"/>
              <a:t>GlobalMap</a:t>
            </a:r>
            <a:endParaRPr dirty="0"/>
          </a:p>
          <a:p>
            <a:endParaRPr dirty="0"/>
          </a:p>
          <a:p>
            <a:r>
              <a:rPr dirty="0"/>
              <a:t>Talend-compatible</a:t>
            </a:r>
          </a:p>
          <a:p>
            <a:r>
              <a:rPr dirty="0"/>
              <a:t>key-value store</a:t>
            </a:r>
          </a:p>
          <a:p>
            <a:endParaRPr dirty="0"/>
          </a:p>
          <a:p>
            <a:r>
              <a:rPr dirty="0"/>
              <a:t>• NB_LINE</a:t>
            </a:r>
          </a:p>
          <a:p>
            <a:r>
              <a:rPr dirty="0"/>
              <a:t>• NB_LINE_OK</a:t>
            </a:r>
          </a:p>
          <a:p>
            <a:r>
              <a:rPr dirty="0"/>
              <a:t>• NB_LINE_REJECT</a:t>
            </a:r>
          </a:p>
          <a:p>
            <a:r>
              <a:rPr dirty="0"/>
              <a:t>• Custom vars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0" y="2377440"/>
            <a:ext cx="54864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0" y="1371600"/>
            <a:ext cx="3657600" cy="210312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ContextManager</a:t>
            </a:r>
          </a:p>
          <a:p>
            <a:endParaRPr/>
          </a:p>
          <a:p>
            <a:r>
              <a:t>Resolve patterns</a:t>
            </a:r>
          </a:p>
          <a:p>
            <a:r>
              <a:t>${context.var}</a:t>
            </a:r>
          </a:p>
          <a:p>
            <a:endParaRPr/>
          </a:p>
          <a:p>
            <a:r>
              <a:t>• Load files</a:t>
            </a:r>
          </a:p>
          <a:p>
            <a:r>
              <a:t>• Type coercion</a:t>
            </a:r>
          </a:p>
          <a:p>
            <a:r>
              <a:t>• Defaults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TriggerManager: Orchestrates flow transitions</a:t>
            </a:r>
          </a:p>
          <a:p>
            <a:r>
              <a:t>OnComponentOk | OnSubjobOk | RunIf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Flow Integration</a:t>
            </a:r>
          </a:p>
          <a:p>
            <a:r>
              <a:t>GlobalMap ←→ Java Bridge ←→ Components → Output Router → data_flows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Directory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114800" cy="109728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src/converters/</a:t>
            </a:r>
          </a:p>
          <a:p>
            <a:r>
              <a:t>talend_to_v1/</a:t>
            </a:r>
          </a:p>
          <a:p>
            <a:endParaRPr/>
          </a:p>
          <a:p>
            <a:r>
              <a:t>80+ Converter</a:t>
            </a:r>
          </a:p>
          <a:p>
            <a: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src/v1/engine/</a:t>
            </a:r>
          </a:p>
          <a:p>
            <a:endParaRPr/>
          </a:p>
          <a:p>
            <a:r>
              <a:t>50+ Engine</a:t>
            </a:r>
          </a:p>
          <a:p>
            <a:r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931920"/>
            <a:ext cx="4114800" cy="109728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src/v1/</a:t>
            </a:r>
          </a:p>
          <a:p>
            <a:r>
              <a:t>java_bridge/</a:t>
            </a:r>
          </a:p>
          <a:p>
            <a:endParaRPr/>
          </a:p>
          <a:p>
            <a:r>
              <a:t>Python + Java</a:t>
            </a:r>
          </a:p>
          <a:p>
            <a:r>
              <a:t>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4114800" cy="109728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tests/converters/</a:t>
            </a:r>
          </a:p>
          <a:p>
            <a:r>
              <a:t>talend_to_v1/</a:t>
            </a:r>
          </a:p>
          <a:p>
            <a:endParaRPr/>
          </a:p>
          <a:p>
            <a:r>
              <a:t>Test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51760"/>
            <a:ext cx="4114800" cy="109728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tests/v1/engine/</a:t>
            </a:r>
          </a:p>
          <a:p>
            <a:endParaRPr/>
          </a:p>
          <a:p>
            <a:r>
              <a:t>258 test files</a:t>
            </a:r>
          </a:p>
          <a:p>
            <a:r>
              <a:t>95%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931920"/>
            <a:ext cx="4114800" cy="109728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tests/fixtures/</a:t>
            </a:r>
          </a:p>
          <a:p>
            <a:endParaRPr/>
          </a:p>
          <a:p>
            <a:r>
              <a:t>Test data +</a:t>
            </a:r>
          </a:p>
          <a:p>
            <a:r>
              <a:t>configs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Categories: aggregate | context | control | database | file | iterate | transform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Error Handling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solidFill>
            <a:srgbClr val="F4433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ETLError (Root)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ConfigurationError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56032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DataValidationError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65760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ComponentExecutionError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54879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FileOperationError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56032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JavaBridgeError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ExpressionError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657600"/>
            <a:ext cx="2560320" cy="9144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SchemaError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8229600" cy="1554480"/>
          </a:xfrm>
          <a:prstGeom prst="rect">
            <a:avLst/>
          </a:prstGeom>
          <a:solidFill>
            <a:srgbClr val="4CAF5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Engine Behavior:</a:t>
            </a:r>
          </a:p>
          <a:p>
            <a:r>
              <a:t>• Caught in _execute_component()  • Component marked failed</a:t>
            </a:r>
          </a:p>
          <a:p>
            <a:r>
              <a:t>• Error recorded in execution_stats  • Execution continues (unless die_on_error)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Project Metrics &amp; Coverage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03120" cy="13716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Code Stats</a:t>
            </a:r>
          </a:p>
          <a:p>
            <a:endParaRPr/>
          </a:p>
          <a:p>
            <a:r>
              <a:t>211 Source</a:t>
            </a:r>
          </a:p>
          <a:p>
            <a:endParaRPr/>
          </a:p>
          <a:p>
            <a:r>
              <a:t>258 Tests</a:t>
            </a:r>
          </a:p>
          <a:p>
            <a:endParaRPr/>
          </a:p>
          <a:p>
            <a:r>
              <a:t>469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371600"/>
            <a:ext cx="2103120" cy="13716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Components</a:t>
            </a:r>
          </a:p>
          <a:p>
            <a:endParaRPr/>
          </a:p>
          <a:p>
            <a:r>
              <a:t>80+ Converter</a:t>
            </a:r>
          </a:p>
          <a:p>
            <a:endParaRPr/>
          </a:p>
          <a:p>
            <a:r>
              <a:t>50+ Engine</a:t>
            </a:r>
          </a:p>
          <a:p>
            <a:endParaRPr/>
          </a:p>
          <a:p>
            <a:r>
              <a:t>130+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371600"/>
            <a:ext cx="3291840" cy="1371600"/>
          </a:xfrm>
          <a:prstGeom prst="rect">
            <a:avLst/>
          </a:prstGeom>
          <a:solidFill>
            <a:srgbClr val="FF98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Coverage</a:t>
            </a:r>
          </a:p>
          <a:p>
            <a:endParaRPr/>
          </a:p>
          <a:p>
            <a:r>
              <a:t>95% per-module</a:t>
            </a:r>
          </a:p>
          <a:p>
            <a:r>
              <a:t>line coverage</a:t>
            </a:r>
          </a:p>
          <a:p>
            <a:endParaRPr/>
          </a:p>
          <a:p>
            <a:r>
              <a:t>Java included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Markers: @unit | @integration | @java | @oracle (opt-in) | @slow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8229600" cy="237744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Dependencies (Modular)</a:t>
            </a:r>
          </a:p>
          <a:p>
            <a:r>
              <a:t>Core: pandas, numpy</a:t>
            </a:r>
          </a:p>
          <a:p>
            <a:r>
              <a:t>Java: pyarrow, py4j | Excel: openpyxl | Oracle: oracledb | XML: lxml</a:t>
            </a:r>
          </a:p>
          <a:p>
            <a:r>
              <a:t>YAML: PyYAML | JSON: jsonpath-ng | API: fastapi | Dev: pytest</a:t>
            </a:r>
          </a:p>
          <a:p>
            <a:endParaRPr/>
          </a:p>
          <a:p>
            <a:r>
              <a:t>Python 3.12+ | JVM 11+ | Maven 3.x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Coding Conventions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Naming</a:t>
            </a:r>
          </a:p>
          <a:p>
            <a:endParaRPr/>
          </a:p>
          <a:p>
            <a:r>
              <a:t>Modules:</a:t>
            </a:r>
          </a:p>
          <a:p>
            <a:r>
              <a:t>snake_case.py</a:t>
            </a:r>
          </a:p>
          <a:p>
            <a:endParaRPr/>
          </a:p>
          <a:p>
            <a:r>
              <a:t>Classes:</a:t>
            </a:r>
          </a:p>
          <a:p>
            <a:r>
              <a:t>PascalCase</a:t>
            </a:r>
          </a:p>
          <a:p>
            <a:endParaRPr/>
          </a:p>
          <a:p>
            <a:r>
              <a:t>Functions:</a:t>
            </a:r>
          </a:p>
          <a:p>
            <a:r>
              <a:t>snake_case</a:t>
            </a:r>
          </a:p>
          <a:p>
            <a:endParaRPr/>
          </a:p>
          <a:p>
            <a:r>
              <a:t>Constants:</a:t>
            </a:r>
          </a:p>
          <a:p>
            <a:r>
              <a:t>UPPER_SNAKE_CASE</a:t>
            </a:r>
          </a:p>
          <a:p>
            <a:endParaRPr/>
          </a:p>
          <a:p>
            <a:r>
              <a:t>Exceptions:</a:t>
            </a:r>
          </a:p>
          <a:p>
            <a:r>
              <a:t>*Error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4023360" cy="32004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Standards</a:t>
            </a:r>
          </a:p>
          <a:p>
            <a:endParaRPr/>
          </a:p>
          <a:p>
            <a:r>
              <a:t>4-space indent</a:t>
            </a:r>
          </a:p>
          <a:p>
            <a:endParaRPr/>
          </a:p>
          <a:p>
            <a:r>
              <a:t>Double quotes</a:t>
            </a:r>
          </a:p>
          <a:p>
            <a:endParaRPr/>
          </a:p>
          <a:p>
            <a:r>
              <a:t>Type hints</a:t>
            </a:r>
          </a:p>
          <a:p>
            <a:endParaRPr/>
          </a:p>
          <a:p>
            <a:r>
              <a:t>ASCII-only logs</a:t>
            </a:r>
          </a:p>
          <a:p>
            <a:endParaRPr/>
          </a:p>
          <a:p>
            <a:r>
              <a:t>Module loggers</a:t>
            </a:r>
          </a:p>
          <a:p>
            <a:endParaRPr/>
          </a:p>
          <a:p>
            <a:r>
              <a:t>Public docstrings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9C27B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Imports</a:t>
            </a:r>
          </a:p>
          <a:p>
            <a:r>
              <a:t>Relative in packages: from ..base_component import BaseComponent</a:t>
            </a:r>
          </a:p>
          <a:p>
            <a:r>
              <a:t>Absolute in tests: from src.v1.engine import ETLEngine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Quick Reference - Key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023360" cy="2286000"/>
          </a:xfrm>
          <a:prstGeom prst="rect">
            <a:avLst/>
          </a:prstGeom>
          <a:solidFill>
            <a:srgbClr val="42A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Converter Files</a:t>
            </a:r>
          </a:p>
          <a:p>
            <a:endParaRPr/>
          </a:p>
          <a:p>
            <a:r>
              <a:t>converter.py:460</a:t>
            </a:r>
          </a:p>
          <a:p>
            <a:r>
              <a:t>  Main entry point</a:t>
            </a:r>
          </a:p>
          <a:p>
            <a:endParaRPr/>
          </a:p>
          <a:p>
            <a:r>
              <a:t>xml_parser.py</a:t>
            </a:r>
          </a:p>
          <a:p>
            <a:r>
              <a:t>  XML to TalendJob</a:t>
            </a:r>
          </a:p>
          <a:p>
            <a:endParaRPr/>
          </a:p>
          <a:p>
            <a:r>
              <a:t>components/base.py</a:t>
            </a:r>
          </a:p>
          <a:p>
            <a:r>
              <a:t>  ABC class</a:t>
            </a:r>
          </a:p>
          <a:p>
            <a:endParaRPr/>
          </a:p>
          <a:p>
            <a:r>
              <a:t>components/registry.py</a:t>
            </a:r>
          </a:p>
          <a:p>
            <a:r>
              <a:t>  @register decorator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81C78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Engine Files</a:t>
            </a:r>
          </a:p>
          <a:p>
            <a:endParaRPr/>
          </a:p>
          <a:p>
            <a:r>
              <a:t>engine.py:860</a:t>
            </a:r>
          </a:p>
          <a:p>
            <a:r>
              <a:t>  Main entry point</a:t>
            </a:r>
          </a:p>
          <a:p>
            <a:endParaRPr/>
          </a:p>
          <a:p>
            <a:r>
              <a:t>base_component.py</a:t>
            </a:r>
          </a:p>
          <a:p>
            <a:r>
              <a:t>  ABC class</a:t>
            </a:r>
          </a:p>
          <a:p>
            <a:endParaRPr/>
          </a:p>
          <a:p>
            <a:r>
              <a:t>component_registry.py</a:t>
            </a:r>
          </a:p>
          <a:p>
            <a:r>
              <a:t>  Registry dict</a:t>
            </a:r>
          </a:p>
          <a:p>
            <a:endParaRPr/>
          </a:p>
          <a:p>
            <a:r>
              <a:t>executor.py</a:t>
            </a:r>
          </a:p>
          <a:p>
            <a:r>
              <a:t>  Execution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840480"/>
            <a:ext cx="4023360" cy="2286000"/>
          </a:xfrm>
          <a:prstGeom prst="rect">
            <a:avLst/>
          </a:prstGeom>
          <a:solidFill>
            <a:srgbClr val="64B5F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Services</a:t>
            </a:r>
          </a:p>
          <a:p>
            <a:endParaRPr/>
          </a:p>
          <a:p>
            <a:r>
              <a:t>context_manager.py</a:t>
            </a:r>
          </a:p>
          <a:p>
            <a:r>
              <a:t>  ${context.var}</a:t>
            </a:r>
          </a:p>
          <a:p>
            <a:endParaRPr/>
          </a:p>
          <a:p>
            <a:r>
              <a:t>global_map.py</a:t>
            </a:r>
          </a:p>
          <a:p>
            <a:r>
              <a:t>  Statistics</a:t>
            </a:r>
          </a:p>
          <a:p>
            <a:endParaRPr/>
          </a:p>
          <a:p>
            <a:r>
              <a:t>java_bridge_manager.py</a:t>
            </a:r>
          </a:p>
          <a:p>
            <a:r>
              <a:t>  Py4J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840480"/>
            <a:ext cx="4023360" cy="2286000"/>
          </a:xfrm>
          <a:prstGeom prst="rect">
            <a:avLst/>
          </a:prstGeom>
          <a:solidFill>
            <a:srgbClr val="90CAF9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Support</a:t>
            </a:r>
          </a:p>
          <a:p>
            <a:endParaRPr/>
          </a:p>
          <a:p>
            <a:r>
              <a:t>exceptions.py</a:t>
            </a:r>
          </a:p>
          <a:p>
            <a:r>
              <a:t>  Error hierarchy</a:t>
            </a:r>
          </a:p>
          <a:p>
            <a:endParaRPr/>
          </a:p>
          <a:p>
            <a:r>
              <a:t>execution_plan.py</a:t>
            </a:r>
          </a:p>
          <a:p>
            <a:r>
              <a:t>  DAG planning</a:t>
            </a:r>
          </a:p>
          <a:p>
            <a:endParaRPr/>
          </a:p>
          <a:p>
            <a:r>
              <a:t>output_router.py</a:t>
            </a:r>
          </a:p>
          <a:p>
            <a:r>
              <a:t>  Flow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944</Words>
  <Application>Microsoft Office PowerPoint</Application>
  <PresentationFormat>On-screen Show (4:3)</PresentationFormat>
  <Paragraphs>328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phani srikanth</cp:lastModifiedBy>
  <cp:revision>1</cp:revision>
  <dcterms:created xsi:type="dcterms:W3CDTF">2013-01-27T09:14:16Z</dcterms:created>
  <dcterms:modified xsi:type="dcterms:W3CDTF">2026-06-13T21:13:34Z</dcterms:modified>
  <cp:category/>
</cp:coreProperties>
</file>